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Photosynthesis (sample lesson)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Smart21Store sample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plants make food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Sunlight + water + carbon dioxide -&gt; sugar + oxygen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Where does photosynthesis happen? (Answer: in the leaves, in chloroplasts)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