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Studies: Introduction (sample)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Smart21Store sample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Parts of a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Input, processing, output,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Take breaks, protect passwords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